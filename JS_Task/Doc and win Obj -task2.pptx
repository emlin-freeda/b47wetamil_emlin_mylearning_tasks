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0CA5-F565-182C-7D73-B5B8C048C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52C00-0752-B5C7-EB66-3ABA4A2C5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79272-920C-E941-B154-9B3C3E5C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D18A-AE22-10AE-A812-7E86D036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01852-9DE8-7C58-EC60-BBDC3E55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30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C4BC-9F2D-5504-ED9B-F73B8A0E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8D84A-9FB6-F365-6F07-33B3F849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493F4-5DC1-8E74-DF79-B5172E5D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A7CEC-B442-F1A2-0CBC-A77BB6330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D017C-50FE-DB16-CBC4-C7C1A33F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0244-434D-A138-CBA0-F3B3AFFBC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E9327-C94F-499E-185C-9CC07C0BA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94CB1-3FA9-3EB8-237B-5159ABD1D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469D5-DAEA-48AC-5F50-608ABAD4F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FC9E2-615E-9AD9-315D-8FE8D662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95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C231-EF04-C58D-3DA1-CA49AB29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24298-A8CF-2B95-EE34-368A21DF9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CF75C-AAC1-43BD-3C86-02D984F43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A889F-0D14-8BE3-AB6F-7B3D5512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008BF-C3AF-4BC3-AC4E-3240CAE98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15198-ACD1-B346-C833-690C7415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98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D4CD-A334-858D-8BF6-34CDB3DC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E4423-DE93-4FFF-1E3F-32AD07D08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87FEB-609B-8279-2CD6-48F178E04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8D4764-927E-11D3-481D-6F7929F04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0404C-8892-2A28-9C93-354CBB2A1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F4E89-F5C3-7E99-2E81-E3D700D42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E118A-CC89-9E91-0323-722F5C9B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EB2D4-DA67-0E85-EFFC-DE304C3F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78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3689-E50C-38C7-01DB-ADF1CB205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5A04A-15FD-D84B-0AA0-914590465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6489F-F7BC-07BD-BFF9-F7CA2921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ECD5F-D132-078F-72D9-BB03F248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03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69D98-9489-2F0C-B423-4DAED134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BAFA0-5B61-1A4F-1F91-BCD5DD5F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CBD8D-A028-51B8-4B7E-080A8B53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44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DD3D8-1C9F-CE1D-A6B6-9F980C4D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71BCF-3F4F-D5C3-1D93-F0F5B2C8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E28C1-95DD-0BF8-8EA2-05682A81D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4A4AC-35B1-784F-0FD2-2C132E8F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C2448-B5BF-0B42-5B72-A2BCD6EB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595EA-8E15-4D93-E7F5-549404CF9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74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69C5-A3AB-FECC-17F3-238C7C467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CB19C-7D87-AFD6-1A71-361553061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C99B1-B474-EFE6-A0C9-D4C641B4D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EED17-5332-810C-95D7-888541FC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54EF2-FB3C-516D-F83A-71ECCE976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A3789-21CB-1DA5-661C-DDA5946E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51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C513-17AE-A33D-0877-C3AB9A352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3650D0-193E-0BFB-FE15-D0273E01E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09C5D-FFC0-3283-EA8A-087E29C7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C6613-5CF8-8A8C-C908-0561A0C96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FFD22-2E5C-0366-2007-0771C331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EBCC71-B628-A47A-6ADC-EA823506D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454A5-7025-1AC9-596B-655B6AE3B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93C75-78A6-114F-37A8-F9CD65E8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C6029-5A4D-FD9D-24C4-6AB16287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094B2-5C33-E22E-5947-9BFA5350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839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3FDDD-19DF-F361-7269-3A1916717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E52E7-C5AC-C29C-331D-88CC20ABF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BBB5B-7325-EB44-BC97-47A015EA5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9232F-8582-499D-BB13-471D3C48534B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7EAAA-42F9-B432-F85E-E9281C520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2B9D1-2EC8-0947-B839-946786FDA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33981F-C829-4A40-AD44-564A7D411D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61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6CE0-A873-360C-C3EE-5F4D3A315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Window Object and Document Object in JavaScript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C2E53-BCF7-8CF5-C5BC-83FBF9019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bg2"/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JavaScript Browser Object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Window vs Document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Understanding DOM and BOM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202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49F0-9730-D0D5-2847-086E6144F39D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What is the Window Object?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F17E-A0E3-F570-399B-4BE52AD1CF05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window object</a:t>
            </a:r>
            <a:r>
              <a:rPr lang="en-US" dirty="0"/>
              <a:t> is the </a:t>
            </a:r>
            <a:r>
              <a:rPr lang="en-US" b="1" dirty="0"/>
              <a:t>top-level object</a:t>
            </a:r>
            <a:r>
              <a:rPr lang="en-US" dirty="0"/>
              <a:t> in the browser.</a:t>
            </a:r>
          </a:p>
          <a:p>
            <a:r>
              <a:rPr lang="en-US" dirty="0"/>
              <a:t>It represents the </a:t>
            </a:r>
            <a:r>
              <a:rPr lang="en-US" b="1" dirty="0"/>
              <a:t>browser window or tab</a:t>
            </a:r>
            <a:r>
              <a:rPr lang="en-US" dirty="0"/>
              <a:t>.</a:t>
            </a:r>
          </a:p>
          <a:p>
            <a:r>
              <a:rPr lang="en-US" dirty="0"/>
              <a:t>All global JavaScript objects, functions, and variables are members of the window object.</a:t>
            </a:r>
          </a:p>
          <a:p>
            <a:r>
              <a:rPr lang="en-US" dirty="0"/>
              <a:t>Example: alert(), </a:t>
            </a:r>
            <a:r>
              <a:rPr lang="en-US" dirty="0" err="1"/>
              <a:t>setTimeout</a:t>
            </a:r>
            <a:r>
              <a:rPr lang="en-US" dirty="0"/>
              <a:t>(), console.log()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8614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E455-B654-E381-0FE7-0FF06AE02BB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What is the Document Object?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54537-E4A4-E7CA-EE23-2595502E89E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document object</a:t>
            </a:r>
            <a:r>
              <a:rPr lang="en-US" dirty="0"/>
              <a:t> represents the </a:t>
            </a:r>
            <a:r>
              <a:rPr lang="en-US" b="1" dirty="0"/>
              <a:t>web page (HTML document)</a:t>
            </a:r>
            <a:r>
              <a:rPr lang="en-US" dirty="0"/>
              <a:t> loaded in the browser.</a:t>
            </a:r>
          </a:p>
          <a:p>
            <a:r>
              <a:rPr lang="en-US" dirty="0"/>
              <a:t>It is a </a:t>
            </a:r>
            <a:r>
              <a:rPr lang="en-US" b="1" dirty="0"/>
              <a:t>child object of window</a:t>
            </a:r>
            <a:r>
              <a:rPr lang="en-US" dirty="0"/>
              <a:t>.</a:t>
            </a:r>
          </a:p>
          <a:p>
            <a:r>
              <a:rPr lang="en-US" dirty="0"/>
              <a:t>Used to access and manipulate </a:t>
            </a:r>
            <a:r>
              <a:rPr lang="en-US" b="1" dirty="0"/>
              <a:t>HTML elements</a:t>
            </a:r>
            <a:r>
              <a:rPr lang="en-US" dirty="0"/>
              <a:t>.</a:t>
            </a:r>
          </a:p>
          <a:p>
            <a:r>
              <a:rPr lang="en-US" dirty="0"/>
              <a:t>Example: </a:t>
            </a:r>
            <a:r>
              <a:rPr lang="en-US" dirty="0" err="1"/>
              <a:t>getElementById</a:t>
            </a:r>
            <a:r>
              <a:rPr lang="en-US" dirty="0"/>
              <a:t>(), </a:t>
            </a:r>
            <a:r>
              <a:rPr lang="en-US" dirty="0" err="1"/>
              <a:t>querySelector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739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D8B4A-631C-CFBC-A71F-3CACBDD725B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Relationship Between Window and Document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DDCE-CA24-5FDF-7D1C-69A328F6B78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document object is inside the window object</a:t>
            </a:r>
            <a:endParaRPr lang="en-US" dirty="0"/>
          </a:p>
          <a:p>
            <a:r>
              <a:rPr lang="en-US" dirty="0"/>
              <a:t>You can access it as:</a:t>
            </a:r>
          </a:p>
          <a:p>
            <a:pPr lvl="1"/>
            <a:r>
              <a:rPr lang="en-US" dirty="0" err="1"/>
              <a:t>window.document</a:t>
            </a:r>
            <a:endParaRPr lang="en-US" dirty="0"/>
          </a:p>
          <a:p>
            <a:pPr lvl="1"/>
            <a:r>
              <a:rPr lang="en-US" dirty="0"/>
              <a:t>document</a:t>
            </a:r>
          </a:p>
          <a:p>
            <a:r>
              <a:rPr lang="en-US" b="1" dirty="0"/>
              <a:t>Hierarchy: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window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Document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HTML elements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65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6D43-9A52-E9DF-9AF2-F11B75D8B80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IN" dirty="0"/>
              <a:t>Key Differences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1F5273-29AA-CC4D-2945-C66A16184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8645091"/>
              </p:ext>
            </p:extLst>
          </p:nvPr>
        </p:nvGraphicFramePr>
        <p:xfrm>
          <a:off x="838200" y="2045110"/>
          <a:ext cx="10515600" cy="344129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696301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15063990"/>
                    </a:ext>
                  </a:extLst>
                </a:gridCol>
              </a:tblGrid>
              <a:tr h="68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Window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114681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Represents browser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Represents HTML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883952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Top-level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Child of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252543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Controls browser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Controls page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532340"/>
                  </a:ext>
                </a:extLst>
              </a:tr>
              <a:tr h="688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Exists even without a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Exists only when page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55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466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649C-4E5D-FCA0-DE57-13C34E2E59D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IN" b="1" dirty="0"/>
              <a:t>Common Methods and Properties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9ADF5-A2C5-433A-5CA1-8C4351B959D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Window Object Examples:</a:t>
            </a:r>
            <a:endParaRPr lang="en-IN" dirty="0"/>
          </a:p>
          <a:p>
            <a:r>
              <a:rPr lang="en-IN" dirty="0" err="1"/>
              <a:t>window.alert</a:t>
            </a:r>
            <a:r>
              <a:rPr lang="en-IN" dirty="0"/>
              <a:t>()</a:t>
            </a:r>
          </a:p>
          <a:p>
            <a:r>
              <a:rPr lang="en-IN" dirty="0" err="1"/>
              <a:t>window.open</a:t>
            </a:r>
            <a:r>
              <a:rPr lang="en-IN" dirty="0"/>
              <a:t>()</a:t>
            </a:r>
          </a:p>
          <a:p>
            <a:r>
              <a:rPr lang="en-IN" dirty="0" err="1"/>
              <a:t>window.innerWidth</a:t>
            </a:r>
            <a:endParaRPr lang="en-IN" dirty="0"/>
          </a:p>
          <a:p>
            <a:r>
              <a:rPr lang="en-IN" dirty="0" err="1"/>
              <a:t>window.setInterval</a:t>
            </a:r>
            <a:r>
              <a:rPr lang="en-IN" dirty="0"/>
              <a:t>()</a:t>
            </a:r>
          </a:p>
          <a:p>
            <a:r>
              <a:rPr lang="en-IN" b="1" dirty="0"/>
              <a:t>Document Object Examples:</a:t>
            </a:r>
            <a:endParaRPr lang="en-IN" dirty="0"/>
          </a:p>
          <a:p>
            <a:r>
              <a:rPr lang="en-IN" dirty="0" err="1"/>
              <a:t>document.title</a:t>
            </a:r>
            <a:endParaRPr lang="en-IN" dirty="0"/>
          </a:p>
          <a:p>
            <a:r>
              <a:rPr lang="en-IN" dirty="0" err="1"/>
              <a:t>document.body</a:t>
            </a:r>
            <a:endParaRPr lang="en-IN" dirty="0"/>
          </a:p>
          <a:p>
            <a:r>
              <a:rPr lang="en-IN" dirty="0" err="1"/>
              <a:t>document.getElementById</a:t>
            </a:r>
            <a:r>
              <a:rPr lang="en-IN" dirty="0"/>
              <a:t>()</a:t>
            </a:r>
          </a:p>
          <a:p>
            <a:r>
              <a:rPr lang="en-IN" dirty="0" err="1"/>
              <a:t>document.createElement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09422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DCAA2-D5C1-E1FE-78B3-0ED1859B0DA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IN" dirty="0"/>
              <a:t>Practical 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42D0-F7B9-C878-ED0B-6B521AA891A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window object</a:t>
            </a:r>
            <a:r>
              <a:rPr lang="en-US" dirty="0"/>
              <a:t> when:</a:t>
            </a:r>
          </a:p>
          <a:p>
            <a:pPr lvl="1"/>
            <a:r>
              <a:rPr lang="en-US" dirty="0"/>
              <a:t>Working with browser size</a:t>
            </a:r>
          </a:p>
          <a:p>
            <a:pPr lvl="1"/>
            <a:r>
              <a:rPr lang="en-US" dirty="0"/>
              <a:t>Opening new tabs</a:t>
            </a:r>
          </a:p>
          <a:p>
            <a:pPr lvl="1"/>
            <a:r>
              <a:rPr lang="en-US" dirty="0"/>
              <a:t>Showing alerts</a:t>
            </a:r>
          </a:p>
          <a:p>
            <a:r>
              <a:rPr lang="en-US" dirty="0"/>
              <a:t>Use </a:t>
            </a:r>
            <a:r>
              <a:rPr lang="en-US" b="1" dirty="0"/>
              <a:t>document object</a:t>
            </a:r>
            <a:r>
              <a:rPr lang="en-US" dirty="0"/>
              <a:t> when:</a:t>
            </a:r>
          </a:p>
          <a:p>
            <a:pPr lvl="1"/>
            <a:r>
              <a:rPr lang="en-US" dirty="0"/>
              <a:t>Changing HTML content</a:t>
            </a:r>
          </a:p>
          <a:p>
            <a:pPr lvl="1"/>
            <a:r>
              <a:rPr lang="en-US" dirty="0"/>
              <a:t>Styling elements</a:t>
            </a:r>
          </a:p>
          <a:p>
            <a:pPr lvl="1"/>
            <a:r>
              <a:rPr lang="en-US" dirty="0"/>
              <a:t>Handling form inputs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57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551B-59C6-DFC2-3ED9-B0212E80DC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F71F21C-D2EF-38EF-4B1D-3AD36FCC09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5619"/>
            <a:ext cx="10515600" cy="120032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object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object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page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 is a part of window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are essential for dynamic and interactive websites</a:t>
            </a:r>
          </a:p>
        </p:txBody>
      </p:sp>
    </p:spTree>
    <p:extLst>
      <p:ext uri="{BB962C8B-B14F-4D97-AF65-F5344CB8AC3E}">
        <p14:creationId xmlns:p14="http://schemas.microsoft.com/office/powerpoint/2010/main" val="2954896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Wingdings</vt:lpstr>
      <vt:lpstr>Office Theme</vt:lpstr>
      <vt:lpstr>Difference Between Window Object and Document Object in JavaScript</vt:lpstr>
      <vt:lpstr>What is the Window Object?</vt:lpstr>
      <vt:lpstr>What is the Document Object?</vt:lpstr>
      <vt:lpstr>Relationship Between Window and Document</vt:lpstr>
      <vt:lpstr>Key Differences</vt:lpstr>
      <vt:lpstr>Common Methods and Properties </vt:lpstr>
      <vt:lpstr>Practical Use Case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Emlin Freeda</dc:creator>
  <cp:lastModifiedBy>Emlin Freeda</cp:lastModifiedBy>
  <cp:revision>1</cp:revision>
  <dcterms:created xsi:type="dcterms:W3CDTF">2026-01-09T14:08:22Z</dcterms:created>
  <dcterms:modified xsi:type="dcterms:W3CDTF">2026-01-09T14:08:51Z</dcterms:modified>
</cp:coreProperties>
</file>