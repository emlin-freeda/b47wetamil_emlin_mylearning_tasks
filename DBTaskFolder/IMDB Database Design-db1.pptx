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CD61-0D4E-318D-7E49-9E5622711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B9B42-B1CA-E048-8940-708FFCC91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CEAB7-F754-15F1-46DA-2B9AC6E5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89C-1889-4F17-A78D-29A17D7D04A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3045-E26D-A98C-1A07-6A4C5E97E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D5994-DCE7-DB8B-FE9F-00B3034A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DE97-CE68-4E76-9ADD-F327CFC14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201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1096-8A39-D7A5-7D94-0F507D1D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419A3-9CFD-A4BD-70DD-F998FBD7C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A1B67-71AB-5DA2-AB37-AA005732C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89C-1889-4F17-A78D-29A17D7D04A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E0C72-B86C-1DEC-E1B6-47057812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72B2D-F791-ABD1-3FFB-E57655CDB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DE97-CE68-4E76-9ADD-F327CFC14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724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AACF-CFD7-608F-5945-B510A7A8D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5A34D-5FC0-EBCF-0BEA-4FA2A139B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5141D-80CD-DA71-E1C1-5E92A330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89C-1889-4F17-A78D-29A17D7D04A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EC9F4-E229-6622-2A0B-D7ABCAFCD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32880-DA73-963B-4A86-A0EA4FCA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DE97-CE68-4E76-9ADD-F327CFC14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31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8BCA-96F1-F9AE-DE3D-B6C3F948F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DEFBA-FF93-B7AE-64FA-AB34C78E9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1A4C8-1531-9F96-D17C-6688D9DB1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FCB07-E8FE-D6B8-2ED3-4EB4252F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89C-1889-4F17-A78D-29A17D7D04A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6BBE0-7CDD-2D5A-2786-3DBA2062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431FD-677D-FDD1-6527-48548709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DE97-CE68-4E76-9ADD-F327CFC14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63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9CFC3-E03C-DC93-2A96-A09FB3E5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1E3B3-506A-DFC7-94A2-9EDC8BEF7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9026A-1842-719F-D0DB-F56BB6000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98F6F-66D3-A579-70D7-E5AC124868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8AB1B5-88DD-5C76-3F57-06B944D86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291538-50B7-324F-264A-7BB25F5DF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89C-1889-4F17-A78D-29A17D7D04A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4ABE5F-EAA9-C428-D289-A3EE0D199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5E3441-41C5-8A34-EF74-BB0069BE1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DE97-CE68-4E76-9ADD-F327CFC14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646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412F-2792-7A37-1A83-72769880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630FDD-9936-67F7-434F-3DD96D417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89C-1889-4F17-A78D-29A17D7D04A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A2418-E58C-001B-5208-9E848009F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F22B2-EABF-AC9E-1CDA-19557441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DE97-CE68-4E76-9ADD-F327CFC14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742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B0A0B1-1F99-DE2D-3F15-8A26A5D7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89C-1889-4F17-A78D-29A17D7D04A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C5932-CC44-C804-0BDE-01EED579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51460-7122-4DEF-4C45-238AAF84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DE97-CE68-4E76-9ADD-F327CFC14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273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FAAA-31E8-A37F-4B48-A04E2860C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97127-FC66-AF31-06FD-2D5DF9C06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7E1DE-7A93-AC25-8A19-099EA1259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D1935-9F17-5CDB-3640-E13B5D1E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89C-1889-4F17-A78D-29A17D7D04A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E7C32-0EB6-FF60-C60C-B611A71AB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E158D-8704-D398-4E1E-6BC0DF5A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DE97-CE68-4E76-9ADD-F327CFC14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901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A1279-E17A-C78F-52F7-C18A4E4B1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091164-522A-C9B2-12E5-E4C6187E4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EE232-2B23-83AA-361D-FC63FC8EC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CA9D7-D488-EBE8-31F1-B68E399CC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89C-1889-4F17-A78D-29A17D7D04A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19584-CC9F-9C7F-B8A6-153F6E55A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B462F-7CB7-6A6C-9424-923F7AE6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DE97-CE68-4E76-9ADD-F327CFC14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224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B847-A381-AF45-E865-308C876B7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9C653-0DF4-12BB-42EE-88EFDD904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81A88-6039-E5F0-2F66-E00305527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89C-1889-4F17-A78D-29A17D7D04A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2F5F1-C142-1721-3F2A-48D737213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B00DA-3C38-ADBA-B335-43181DC3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DE97-CE68-4E76-9ADD-F327CFC14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2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B9539A-E98E-5A9A-112B-EF11DA86C1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C1FD4-1E43-C2CE-3C75-458A7AB7F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979FF-665D-973F-ACF2-27D9197A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3789C-1889-4F17-A78D-29A17D7D04A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C7999-FFB5-32CC-1968-113BFABD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F9D03-A98A-93A5-9DC0-04D67854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1DE97-CE68-4E76-9ADD-F327CFC14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006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DDADA-1FB1-8A54-E954-B4BA0A105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BE398-9A5D-414E-5738-C32C7CAD5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3016A-4B79-4426-CC64-1C031897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3789C-1889-4F17-A78D-29A17D7D04A3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7B770-B6AD-C54A-7D9A-16BF8813D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8C24-0E6E-7885-6442-B9AF1AE68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1DE97-CE68-4E76-9ADD-F327CFC143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086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7B048-AAC8-B851-CAA5-951C6F3F0B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IMDB 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1342570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C8AB5-3BE2-888E-F27A-45243E7965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Problem Requirements Covered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614B2D-A7BD-2ACC-F5DB-EC1B0D7520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 → multiple Media (Video/Image)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 → multiple Genres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Movie → multiple Reviews, Review →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Artist → multiple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Artist → multiple Roles in a single Movie</a:t>
            </a:r>
          </a:p>
        </p:txBody>
      </p:sp>
    </p:spTree>
    <p:extLst>
      <p:ext uri="{BB962C8B-B14F-4D97-AF65-F5344CB8AC3E}">
        <p14:creationId xmlns:p14="http://schemas.microsoft.com/office/powerpoint/2010/main" val="115190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E0B4-20F9-466F-7ECE-88E2C8FB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Entities &amp;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E4BFE-AAF4-53F5-2E4C-A705167F04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Movie</a:t>
            </a:r>
          </a:p>
          <a:p>
            <a:r>
              <a:rPr lang="en-IN" dirty="0" err="1"/>
              <a:t>movie_id</a:t>
            </a:r>
            <a:r>
              <a:rPr lang="en-IN" dirty="0"/>
              <a:t> (PK)</a:t>
            </a:r>
          </a:p>
          <a:p>
            <a:r>
              <a:rPr lang="en-IN" dirty="0"/>
              <a:t>title</a:t>
            </a:r>
          </a:p>
          <a:p>
            <a:r>
              <a:rPr lang="en-IN" dirty="0" err="1"/>
              <a:t>release_date</a:t>
            </a:r>
            <a:endParaRPr lang="en-IN" dirty="0"/>
          </a:p>
          <a:p>
            <a:r>
              <a:rPr lang="en-IN" dirty="0"/>
              <a:t>duration</a:t>
            </a:r>
          </a:p>
          <a:p>
            <a:r>
              <a:rPr lang="en-IN" dirty="0"/>
              <a:t>language</a:t>
            </a:r>
          </a:p>
          <a:p>
            <a:r>
              <a:rPr lang="en-IN" dirty="0"/>
              <a:t>description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775F0-90E9-AF2D-70DC-8A8BFBAE9E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Media</a:t>
            </a:r>
          </a:p>
          <a:p>
            <a:r>
              <a:rPr lang="en-IN" dirty="0" err="1"/>
              <a:t>media_id</a:t>
            </a:r>
            <a:r>
              <a:rPr lang="en-IN" dirty="0"/>
              <a:t> (PK)</a:t>
            </a:r>
          </a:p>
          <a:p>
            <a:r>
              <a:rPr lang="en-IN" dirty="0" err="1"/>
              <a:t>movie_id</a:t>
            </a:r>
            <a:r>
              <a:rPr lang="en-IN" dirty="0"/>
              <a:t> (FK)</a:t>
            </a:r>
          </a:p>
          <a:p>
            <a:r>
              <a:rPr lang="en-IN" dirty="0" err="1"/>
              <a:t>media_type</a:t>
            </a:r>
            <a:r>
              <a:rPr lang="en-IN" dirty="0"/>
              <a:t> (image / video)</a:t>
            </a:r>
          </a:p>
          <a:p>
            <a:r>
              <a:rPr lang="en-IN" dirty="0" err="1"/>
              <a:t>media_url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Relation</a:t>
            </a:r>
          </a:p>
          <a:p>
            <a:pPr marL="0" indent="0">
              <a:buNone/>
            </a:pPr>
            <a:r>
              <a:rPr lang="en-IN" dirty="0"/>
              <a:t>One Movie -&gt; Many Media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490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1962-E106-D671-5A83-4FB3D220F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Entities &amp;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3896E-9F41-70DA-0306-583DDAAD90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Genre</a:t>
            </a:r>
          </a:p>
          <a:p>
            <a:r>
              <a:rPr lang="fr-FR" dirty="0" err="1"/>
              <a:t>genre_id</a:t>
            </a:r>
            <a:r>
              <a:rPr lang="fr-FR" dirty="0"/>
              <a:t> (PK)</a:t>
            </a:r>
          </a:p>
          <a:p>
            <a:r>
              <a:rPr lang="fr-FR" dirty="0" err="1"/>
              <a:t>genre_name</a:t>
            </a:r>
            <a:endParaRPr lang="fr-FR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FDAF06-200B-1BAB-4848-F745F841CA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Movie_Genre</a:t>
            </a:r>
            <a:endParaRPr lang="fr-FR" dirty="0"/>
          </a:p>
          <a:p>
            <a:r>
              <a:rPr lang="fr-FR" dirty="0" err="1"/>
              <a:t>movie_id</a:t>
            </a:r>
            <a:r>
              <a:rPr lang="fr-FR" dirty="0"/>
              <a:t> (FK)</a:t>
            </a:r>
          </a:p>
          <a:p>
            <a:r>
              <a:rPr lang="fr-FR" dirty="0" err="1"/>
              <a:t>genre_id</a:t>
            </a:r>
            <a:r>
              <a:rPr lang="fr-FR" dirty="0"/>
              <a:t> (FK)</a:t>
            </a:r>
          </a:p>
          <a:p>
            <a:pPr marL="0" indent="0">
              <a:buNone/>
            </a:pPr>
            <a:r>
              <a:rPr lang="en-US" b="1" dirty="0"/>
              <a:t>Relationship:</a:t>
            </a:r>
            <a:endParaRPr lang="en-US" dirty="0"/>
          </a:p>
          <a:p>
            <a:r>
              <a:rPr lang="en-US" dirty="0"/>
              <a:t>Many Movies ↔ Many Genres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600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B9BE-E8B3-D060-8FA8-9DBFB88D6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Entities &amp;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30519-8084-BC08-299E-59BEFDAAEF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User</a:t>
            </a:r>
          </a:p>
          <a:p>
            <a:r>
              <a:rPr lang="en-IN" dirty="0" err="1"/>
              <a:t>user_id</a:t>
            </a:r>
            <a:r>
              <a:rPr lang="en-IN" dirty="0"/>
              <a:t> (PK)</a:t>
            </a:r>
          </a:p>
          <a:p>
            <a:r>
              <a:rPr lang="en-IN" dirty="0"/>
              <a:t>username</a:t>
            </a:r>
          </a:p>
          <a:p>
            <a:r>
              <a:rPr lang="en-IN" dirty="0"/>
              <a:t>email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2B198-3B4A-9385-7354-7A65DBAFC3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Review</a:t>
            </a:r>
          </a:p>
          <a:p>
            <a:r>
              <a:rPr lang="en-US" dirty="0" err="1"/>
              <a:t>review_id</a:t>
            </a:r>
            <a:r>
              <a:rPr lang="en-US" dirty="0"/>
              <a:t> (PK)</a:t>
            </a:r>
          </a:p>
          <a:p>
            <a:r>
              <a:rPr lang="en-US" dirty="0" err="1"/>
              <a:t>movie_id</a:t>
            </a:r>
            <a:r>
              <a:rPr lang="en-US" dirty="0"/>
              <a:t> (FK)</a:t>
            </a:r>
          </a:p>
          <a:p>
            <a:r>
              <a:rPr lang="en-US" dirty="0" err="1"/>
              <a:t>user_id</a:t>
            </a:r>
            <a:r>
              <a:rPr lang="en-US" dirty="0"/>
              <a:t> (FK)</a:t>
            </a:r>
          </a:p>
          <a:p>
            <a:r>
              <a:rPr lang="en-US" dirty="0"/>
              <a:t>rating</a:t>
            </a:r>
          </a:p>
          <a:p>
            <a:r>
              <a:rPr lang="en-US" dirty="0"/>
              <a:t>comment</a:t>
            </a:r>
          </a:p>
          <a:p>
            <a:r>
              <a:rPr lang="en-US" dirty="0" err="1"/>
              <a:t>review_date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Relationship:</a:t>
            </a:r>
            <a:endParaRPr lang="en-US" dirty="0"/>
          </a:p>
          <a:p>
            <a:r>
              <a:rPr lang="en-US" dirty="0"/>
              <a:t>One Movie → Many Reviews</a:t>
            </a:r>
          </a:p>
          <a:p>
            <a:r>
              <a:rPr lang="en-US" dirty="0"/>
              <a:t>One User → Many Reviews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90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8212-82A0-56CF-7142-E380C272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Entities &amp;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F3D4A-96F0-2B67-234A-D9ED4222AF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Artist</a:t>
            </a:r>
          </a:p>
          <a:p>
            <a:r>
              <a:rPr lang="en-IN" dirty="0" err="1"/>
              <a:t>artist_id</a:t>
            </a:r>
            <a:r>
              <a:rPr lang="en-IN" dirty="0"/>
              <a:t> (PK)</a:t>
            </a:r>
          </a:p>
          <a:p>
            <a:r>
              <a:rPr lang="en-IN" dirty="0"/>
              <a:t>name</a:t>
            </a:r>
          </a:p>
          <a:p>
            <a:r>
              <a:rPr lang="en-IN" dirty="0"/>
              <a:t>dob</a:t>
            </a:r>
          </a:p>
          <a:p>
            <a:r>
              <a:rPr lang="en-IN" dirty="0"/>
              <a:t>bio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9F7B8-913B-8FDB-57E4-B5853ADCC3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/>
              <a:t>Skill</a:t>
            </a:r>
          </a:p>
          <a:p>
            <a:r>
              <a:rPr lang="sv-SE" dirty="0"/>
              <a:t>skill_id (PK)</a:t>
            </a:r>
          </a:p>
          <a:p>
            <a:r>
              <a:rPr lang="sv-SE" dirty="0"/>
              <a:t>skill_name</a:t>
            </a:r>
          </a:p>
          <a:p>
            <a:r>
              <a:rPr lang="en-US" b="1" dirty="0"/>
              <a:t>Relationship:</a:t>
            </a:r>
            <a:endParaRPr lang="en-US" dirty="0"/>
          </a:p>
          <a:p>
            <a:r>
              <a:rPr lang="en-US" dirty="0"/>
              <a:t>Many Artists ↔ Many Skills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5864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02D2-D12D-AAAA-91C3-51233418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Entities &amp;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CC4F-5E77-2469-C770-2A32BC36DF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Role</a:t>
            </a:r>
          </a:p>
          <a:p>
            <a:r>
              <a:rPr lang="en-IN" dirty="0" err="1"/>
              <a:t>role_id</a:t>
            </a:r>
            <a:r>
              <a:rPr lang="en-IN" dirty="0"/>
              <a:t> (PK)</a:t>
            </a:r>
          </a:p>
          <a:p>
            <a:r>
              <a:rPr lang="en-IN" dirty="0" err="1"/>
              <a:t>role_name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26DA4-A15D-3308-FCCB-3FD92B22C5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Movie_Artist_Role</a:t>
            </a:r>
            <a:endParaRPr lang="en-US" dirty="0"/>
          </a:p>
          <a:p>
            <a:r>
              <a:rPr lang="en-US" dirty="0" err="1"/>
              <a:t>movie_id</a:t>
            </a:r>
            <a:r>
              <a:rPr lang="en-US" dirty="0"/>
              <a:t> (FK)</a:t>
            </a:r>
          </a:p>
          <a:p>
            <a:r>
              <a:rPr lang="en-US" dirty="0" err="1"/>
              <a:t>artist_id</a:t>
            </a:r>
            <a:r>
              <a:rPr lang="en-US" dirty="0"/>
              <a:t> (FK)</a:t>
            </a:r>
          </a:p>
          <a:p>
            <a:r>
              <a:rPr lang="en-US" dirty="0" err="1"/>
              <a:t>role_id</a:t>
            </a:r>
            <a:r>
              <a:rPr lang="en-US" dirty="0"/>
              <a:t> (FK)</a:t>
            </a:r>
          </a:p>
          <a:p>
            <a:r>
              <a:rPr lang="en-US" dirty="0" err="1"/>
              <a:t>character_name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Relationship:</a:t>
            </a:r>
            <a:endParaRPr lang="en-US" dirty="0"/>
          </a:p>
          <a:p>
            <a:r>
              <a:rPr lang="en-US" dirty="0"/>
              <a:t>Artist can perform </a:t>
            </a:r>
            <a:r>
              <a:rPr lang="en-US" b="1" dirty="0"/>
              <a:t>multiple roles in one movie</a:t>
            </a:r>
            <a:endParaRPr lang="en-US" dirty="0"/>
          </a:p>
          <a:p>
            <a:r>
              <a:rPr lang="en-US" dirty="0"/>
              <a:t>Movie can have </a:t>
            </a:r>
            <a:r>
              <a:rPr lang="en-US" b="1" dirty="0"/>
              <a:t>multiple artists and roles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63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F518-A487-D27C-5A60-5C3031B03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Relationship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AD910-1D41-F44E-66B0-80C7CEBFA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Movie</a:t>
            </a:r>
          </a:p>
          <a:p>
            <a:pPr marL="0" indent="0">
              <a:buNone/>
            </a:pPr>
            <a:r>
              <a:rPr lang="en-IN" dirty="0"/>
              <a:t> ├── Media</a:t>
            </a:r>
          </a:p>
          <a:p>
            <a:pPr marL="0" indent="0">
              <a:buNone/>
            </a:pPr>
            <a:r>
              <a:rPr lang="en-IN" dirty="0"/>
              <a:t> ├── </a:t>
            </a:r>
            <a:r>
              <a:rPr lang="en-IN" dirty="0" err="1"/>
              <a:t>Movie_Genre</a:t>
            </a:r>
            <a:r>
              <a:rPr lang="en-IN" dirty="0"/>
              <a:t> ── Genre</a:t>
            </a:r>
          </a:p>
          <a:p>
            <a:pPr marL="0" indent="0">
              <a:buNone/>
            </a:pPr>
            <a:r>
              <a:rPr lang="en-IN" dirty="0"/>
              <a:t> ├── Review ── User</a:t>
            </a:r>
          </a:p>
          <a:p>
            <a:pPr marL="0" indent="0">
              <a:buNone/>
            </a:pPr>
            <a:r>
              <a:rPr lang="en-IN" dirty="0"/>
              <a:t> └── </a:t>
            </a:r>
            <a:r>
              <a:rPr lang="en-IN" dirty="0" err="1"/>
              <a:t>Movie_Artist_Role</a:t>
            </a:r>
            <a:r>
              <a:rPr lang="en-IN" dirty="0"/>
              <a:t> ── Artist</a:t>
            </a:r>
          </a:p>
          <a:p>
            <a:pPr marL="0" indent="0">
              <a:buNone/>
            </a:pPr>
            <a:r>
              <a:rPr lang="en-IN" dirty="0"/>
              <a:t>                        ├── </a:t>
            </a:r>
            <a:r>
              <a:rPr lang="en-IN" dirty="0" err="1"/>
              <a:t>Artist_Skill</a:t>
            </a:r>
            <a:r>
              <a:rPr lang="en-IN" dirty="0"/>
              <a:t> ── Skill</a:t>
            </a:r>
          </a:p>
          <a:p>
            <a:pPr marL="0" indent="0">
              <a:buNone/>
            </a:pPr>
            <a:r>
              <a:rPr lang="en-IN" dirty="0"/>
              <a:t>                        └── Role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359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293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IMDB Database Design</vt:lpstr>
      <vt:lpstr>Problem Requirements Covered</vt:lpstr>
      <vt:lpstr>Entities &amp; Tables</vt:lpstr>
      <vt:lpstr>Entities &amp; Tables</vt:lpstr>
      <vt:lpstr>Entities &amp; Tables</vt:lpstr>
      <vt:lpstr>Entities &amp; Tables</vt:lpstr>
      <vt:lpstr>Entities &amp; Tables</vt:lpstr>
      <vt:lpstr>ER Relationship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Emlin Freeda</dc:creator>
  <cp:lastModifiedBy>Emlin Freeda</cp:lastModifiedBy>
  <cp:revision>1</cp:revision>
  <dcterms:created xsi:type="dcterms:W3CDTF">2026-01-09T14:39:02Z</dcterms:created>
  <dcterms:modified xsi:type="dcterms:W3CDTF">2026-01-09T14:51:05Z</dcterms:modified>
</cp:coreProperties>
</file>